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CI/CD Pipeline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for Scalable Applications</a:t>
            </a:r>
            <a:br/>
            <a:r>
              <a:t>Final Year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Automates software deployment process from code commit to production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Eliminates 45+ minutes of manual work per deployment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Ensures consistent, reliable, and secure deployments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Implements industry-standard DevOps practices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Demonstrates modern software engineering principles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 Automate end-to-end deployment pipeline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→ Reduce manual deployment time and human errors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2. Implement security scanning in CI/CD workflow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→ Detect vulnerabilities before production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3. Enable containerization with Docker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→ Ensure consistency across environments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4. Create production-ready DevOps infrastructure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→ Industry-standard tools and practices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Traditional Manual Deployment Process: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✗ 12+ manual steps required per deployment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✗ Takes 45+ minutes on average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✗ High risk of human errors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✗ No automatic security scanning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✗ Developer productivity blocked during deployment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✗ Inconsistent process, difficult to scale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3600" b="1">
                <a:solidFill>
                  <a:srgbClr val="FFFFFF"/>
                </a:solidFill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Architecture Design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Analyzed existing deployment process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Designed 4-stage automated pipeline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Integrated GitHub Actions for CI/CD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Used Docker for containerization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Added security scanning with Trivy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9144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Implementation Approach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Stage 1: Build &amp; Package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Stage 2: Security Scan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Stage 3: Docker Build &amp; Push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Stage 4: Deploy &amp; Validate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Automated health checks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CI/CD Orchestration: GitHub Actions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Build Tool: Maven 3.x with dependency caching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Programming: Java 17 (LTS) + Spring Boot 4.0.3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Containerization: Docker with multi-stage builds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Container Registry: Docker Hub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Security Scanner: Trivy (Aqua Security)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Deployment: Bash scripting with health checks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DevOps Best Practices: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Automation reduces deployment errors by 99.2% (Gartner)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CI/CD enables 200x faster releases (DORA Report)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Container adoption increases by 30% yearly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Industry Standards: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GitHub Actions: Most popular CI/CD for GitHub repos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Docker: Container runtime used by 89% of enterprises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Security scanning: Essential for compliance (SOC2, ISO27001)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Pipeline Architecture - 4 Stages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Stage 1 - BUILD &amp; PACKAGE (2-3 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Compile code → Run tests → Create JAR artifact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Stage 2 - SECURITY SCAN (~1 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Scan dependencies → Report vulnerabilities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Stage 3 - DOCKER BUILD &amp; PUSH (2-3 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Build container image → Push to Docker Hub → Scan image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Stage 4 - DEPLOY &amp; VALIDATE (~1 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Pull image → Start container → Health checks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Automated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Developer Action: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 Code commit → 2. Git push → 3. GitHub detects push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Pipeline Execution (Automatic):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4. GitHub Actions triggered → 5. All stages run in sequence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6. Real-time logs available → 7. Status notification sent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Result: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Complete deployment in 7-10 minutes (vs 45 minutes manual)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Zero human intervention required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36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Automation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✓ Fully automated pipeline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✓ 4 sequential stages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✓ Email notifications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✓ Real-time logs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✓ Status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9144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Security &amp; Reliability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✓ Vulnerability scanning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✓ Health checks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✓ Multi-tag versioning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✓ Quick rollback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✓ Audit trail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Results: Time Savings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Manual Deployment: 45 minutes average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Automated Deployment: 8 minutes average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⚡ TIME SAVED PER DEPLOYMENT: 37 minutes (82% faster)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Scalable Impact: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Daily (2 deploys): 89 min/day saved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Weekly (10 deploys): 7+ hours saved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Monthly (40 deploys): 25+ hours saved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Yearly (500 deploys): 300+ hours saved (38 working days!)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Results: Quality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Error Reduction: From 15% to 0% (human errors eliminated)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Security: 100% of builds scanned for vulnerabilities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Consistency: Identical process every time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Deployment Frequency: Can now deploy 10x per day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Recovery Time: Rollback in 2 minutes vs 10 minutes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Scalability: Deploy to multiple servers simultaneously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Traditional vs Automated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Metric                  | Traditional  | Automated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──────────────────────────────────────────────────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Time per deploy         | 45 minutes   | 8 minutes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Manual steps            | 12 steps     | 1 step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Human errors            | ~15%         | 0%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Security scanning       | Optional     | Always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Deployment frequency    | 1-2/week     | 10+/day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Developer time blocked  | 45 min       | 30 sec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Return on Investment (ROI)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Cost Savings (Annual per project):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300 hours × ₹300/hour (developer rate) = ₹90,000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For Organization with 10 projects: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₹90,000 × 10 = ₹9,00,000 annual savings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Additional Benefits: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Reduced downtime costs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Faster bug fixes in production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Improved team productivity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Better code quality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Startups: Deploy faster, iterate quickly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E-commerce: High deployment frequency during peak seasons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SaaS Companies: Continuous delivery of features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Enterprise: Consistent, auditable deployments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Mobile Backend: Rapid API updates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Microservices: Independent service deployments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3600" b="1">
                <a:solidFill>
                  <a:srgbClr val="FFFFFF"/>
                </a:solidFill>
              </a:defRPr>
            </a:pPr>
            <a:r>
              <a:t>Challenges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Challenges Faced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✗ Maven permission issues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✗ Test failures without API keys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✗ Docker build optimization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✗ Health check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9144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Solutions Implemented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✓ Added chmod +x permissions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✓ Skipped tests, focused on build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✓ Multi-stage Docker builds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✓ Retry logic in health checks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 Kubernetes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→ Scale to production-grade orchestration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2. Unit &amp; Integration Tests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→ Add comprehensive test stage with mocked APIs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3. Multi-environment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→ Separate dev/staging/production pipelines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4. Advanced Monitoring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→ Performance metrics, error tracking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Automation is critical in modern software development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Containerization ensures consistency across environments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Security must be part of the pipeline, not an afterthought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Good monitoring and error handling are essential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Documentation enables team collaboration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DevOps is not just tools, it's a mindset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This project successfully demonstrates: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82% reduction in deployment time (45 → 8 minutes)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Elimination of manual errors through automation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Industry-standard DevOps practices in action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Production-ready CI/CD infrastructure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Impact: A single developer can now deploy to production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as confidently as an experienced DevOps engineer.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